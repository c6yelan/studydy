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DB9A49E-7685-4C78-B74F-0D5991C1C50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PRIVATE_NOTES_MARKER_1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PRIVATE_NOTES_MARKER_2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 txBox="1"/>
          <p:nvPr/>
        </p:nvSpPr>
        <p:spPr>
          <a:xfrm>
            <a:off x="360000" y="360000"/>
            <a:ext cx="7200000" cy="18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PRIVATE_NOTES_MARKER_3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FF0A24-4BB1-43E9-987B-7EB856512E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109FB4-2F6A-495A-B99D-DC3AEA708BE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F457D4E-2C0C-447F-93FB-B8F1C01A673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 txBox="1"/>
          <p:nvPr/>
        </p:nvSpPr>
        <p:spPr>
          <a:xfrm>
            <a:off x="360000" y="36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SLIDE_1_MARKER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投影片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x = 42; SLIDE_CODE_1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表格與公式為盡力轉換：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a² + b² = c²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360000" y="36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HIDDEN_SLIDE_MARKER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x = 42; SLIDE_CODE_2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表格與公式為盡力轉換：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a² + b² = c²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 txBox="1"/>
          <p:nvPr/>
        </p:nvSpPr>
        <p:spPr>
          <a:xfrm>
            <a:off x="360000" y="360000"/>
            <a:ext cx="864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tIns="45000" rIns="90000" bIns="45000" anchor="t">
            <a:spAutoFit/>
          </a:bodyPr>
          <a:p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SLIDE_3_MARKER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投影片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 x = 42; SLIDE_CODE_3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表格與公式為盡力轉換：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a² + b² = c²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